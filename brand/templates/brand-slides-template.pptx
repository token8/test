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XL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172032" cy="274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XL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XL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  <p:pic>
        <p:nvPicPr>
          <p:cNvPr id="4" name="Image 0" descr="P·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116" y="4526280"/>
            <a:ext cx="355244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v0.4</dc:title>
  <dc:subject>PptxGenJS Presentation</dc:subject>
  <dc:creator>PptxGenJS</dc:creator>
  <cp:lastModifiedBy>PptxGenJS</cp:lastModifiedBy>
  <cp:revision>1</cp:revision>
  <dcterms:created xsi:type="dcterms:W3CDTF">2026-09-24T12:24:40Z</dcterms:created>
  <dcterms:modified xsi:type="dcterms:W3CDTF">2026-09-24T12:24:40Z</dcterms:modified>
</cp:coreProperties>
</file>