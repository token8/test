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home/runner/work/test/test/brand/templates/../logo/xlr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home/runner/work/test/test/brand/templates/../logo/xlrt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/home/runner/work/test/test/brand/templates/../logo/xlrte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2026-09-24T12:14:32Z</dcterms:created>
  <dcterms:modified xsi:type="dcterms:W3CDTF">2026-09-24T12:14:32Z</dcterms:modified>
</cp:coreProperties>
</file>