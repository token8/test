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DBDB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Shape 0"/>
          <p:cNvSpPr/>
          <p:nvPr/>
        </p:nvSpPr>
        <p:spPr>
          <a:xfrm>
            <a:off x="548640" y="1097280"/>
            <a:ext cx="256032" cy="25603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" name="Text 1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· v0.2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45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4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· v0.2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· v0.2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Presentation title in sentence case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DBDB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Subtitle — context, audience or date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— SECTION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section header that frames what comes next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headline states the takeaway, not the topic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idea per slide — split if it needs a second headline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Body in Nunito Sans 16 pt, left-aligned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Accent colour for the one thing that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760720" y="1371600"/>
            <a:ext cx="2834640" cy="1737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8932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442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920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a tinted panel — not a stripe — to set supporting information apart.</a:t>
            </a:r>
            <a:endParaRPr lang="en-US" sz="13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Key numbers get room to breathe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457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42%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Headline stat in Jost, accent colour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3×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Comparison or multiplier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Count with a short label</a:t>
            </a:r>
            <a:endParaRPr lang="en-US" sz="13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Diagrams: flat shapes, thin lines, one accent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Discover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27432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06040" y="19202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9202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Define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27432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1691640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9202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423160"/>
            <a:ext cx="27432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192024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9202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Deliver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554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Highlight only the step you are talking about.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 &amp; colour reference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 Bold — Headlines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JOST — SECTION LABELS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Nunito Sans — body text for slides, documents and diagram labels. Readable at small sizes.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Master tier (print / licensed): Futura PT + Avenir Next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1325880"/>
            <a:ext cx="45720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ink  #1A1A1A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947672"/>
            <a:ext cx="457200" cy="457200"/>
          </a:xfrm>
          <a:prstGeom prst="rect">
            <a:avLst/>
          </a:prstGeom>
          <a:solidFill>
            <a:srgbClr val="E4572E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accent  #E4572E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2569464"/>
            <a:ext cx="457200" cy="457200"/>
          </a:xfrm>
          <a:prstGeom prst="rect">
            <a:avLst/>
          </a:prstGeom>
          <a:solidFill>
            <a:srgbClr val="C4421D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accent text  #C4421D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3191256"/>
            <a:ext cx="457200" cy="457200"/>
          </a:xfrm>
          <a:prstGeom prst="rect">
            <a:avLst/>
          </a:prstGeom>
          <a:solidFill>
            <a:srgbClr val="6B6B6B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282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muted  #6B6B6B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3813048"/>
            <a:ext cx="457200" cy="457200"/>
          </a:xfrm>
          <a:prstGeom prst="rect">
            <a:avLst/>
          </a:prstGeom>
          <a:solidFill>
            <a:srgbClr val="E3E3E3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904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line  #E3E3E3</a:t>
            </a:r>
            <a:endParaRPr lang="en-US" sz="12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DBDB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name@example.com · website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Slides Template v0.2</dc:title>
  <dc:subject>PptxGenJS Presentation</dc:subject>
  <dc:creator>PptxGenJS</dc:creator>
  <cp:lastModifiedBy>PptxGenJS</cp:lastModifiedBy>
  <cp:revision>1</cp:revision>
  <dcterms:created xsi:type="dcterms:W3CDTF">2026-09-23T06:15:14Z</dcterms:created>
  <dcterms:modified xsi:type="dcterms:W3CDTF">2026-09-23T06:15:14Z</dcterms:modified>
</cp:coreProperties>
</file>