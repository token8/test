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(k€)</c:v>
                </c:pt>
              </c:strCache>
            </c:strRef>
          </c:tx>
          <c:spPr>
            <a:solidFill>
              <a:srgbClr val="BDBD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Nunito Sa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</c:v>
                  </c:pt>
                  <c:pt idx="5">
                    <c:v>Q6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48</c:v>
                </c:pt>
                <c:pt idx="2">
                  <c:v>45</c:v>
                </c:pt>
                <c:pt idx="3">
                  <c:v>51</c:v>
                </c:pt>
                <c:pt idx="4">
                  <c:v>68</c:v>
                </c:pt>
                <c:pt idx="5">
                  <c:v>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Nunito Sa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DBDBD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Nunit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4" name="Image 0" descr="/home/runner/work/test/test/brand/templates/../logo/xlrt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1172032" cy="2743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E45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7498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pic>
        <p:nvPicPr>
          <p:cNvPr id="4" name="Image 0" descr="/home/runner/work/test/test/brand/templates/../logo/xlrt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81728"/>
            <a:ext cx="546948" cy="1280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pic>
        <p:nvPicPr>
          <p:cNvPr id="4" name="Image 0" descr="/home/runner/work/test/test/brand/templates/../logo/xlrte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81728"/>
            <a:ext cx="546948" cy="1280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Presentation title in sentence case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Subtitle — context, audience or date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 — SECTION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section header that frames what comes next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headline states the takeaway, not the topic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idea per slide — split if it needs a second headline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Body in Nunito Sans 16 pt, left-aligned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Accent colour for the one thing that matters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760720" y="1371600"/>
            <a:ext cx="2834640" cy="173736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8932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442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19202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Use a tinted panel — not a stripe — to set supporting information apart.</a:t>
            </a:r>
            <a:endParaRPr lang="en-US" sz="13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Key numbers get room to breathe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E4572E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42%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Headline stat in Jost, accent colour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3×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Comparison or multiplier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12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Count with a short label</a:t>
            </a:r>
            <a:endParaRPr lang="en-US" sz="13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Diagrams: flat shapes, thin lines, one accent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Discover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6060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060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Define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663440" y="1920240"/>
            <a:ext cx="1691640" cy="1005840"/>
          </a:xfrm>
          <a:prstGeom prst="rec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Design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7208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208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Deliver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Highlight only the step you are talking about.</a:t>
            </a:r>
            <a:endParaRPr lang="en-US" sz="13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Charts: grey plus one accent tells the story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5120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89320" y="1463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442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WHY IT WORKS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989320" y="178308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Headline states the finding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Only the bar that matters is in the accent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Values labelled, no gridlines, one axis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89320" y="3337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Series order when colour is needed: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89320" y="3657600"/>
            <a:ext cx="274320" cy="274320"/>
          </a:xfrm>
          <a:prstGeom prst="rect">
            <a:avLst/>
          </a:prstGeom>
          <a:solidFill>
            <a:srgbClr val="E4572E"/>
          </a:solidFill>
          <a:ln/>
        </p:spPr>
      </p:sp>
      <p:sp>
        <p:nvSpPr>
          <p:cNvPr id="8" name="Shape 5"/>
          <p:cNvSpPr/>
          <p:nvPr/>
        </p:nvSpPr>
        <p:spPr>
          <a:xfrm>
            <a:off x="6355080" y="3657600"/>
            <a:ext cx="274320" cy="2743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6"/>
          <p:cNvSpPr/>
          <p:nvPr/>
        </p:nvSpPr>
        <p:spPr>
          <a:xfrm>
            <a:off x="6720840" y="3657600"/>
            <a:ext cx="274320" cy="274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Shape 7"/>
          <p:cNvSpPr/>
          <p:nvPr/>
        </p:nvSpPr>
        <p:spPr>
          <a:xfrm>
            <a:off x="7086600" y="3657600"/>
            <a:ext cx="274320" cy="27432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Shape 8"/>
          <p:cNvSpPr/>
          <p:nvPr/>
        </p:nvSpPr>
        <p:spPr>
          <a:xfrm>
            <a:off x="7452360" y="3657600"/>
            <a:ext cx="274320" cy="27432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2" name="Shape 9"/>
          <p:cNvSpPr/>
          <p:nvPr/>
        </p:nvSpPr>
        <p:spPr>
          <a:xfrm>
            <a:off x="7818120" y="3657600"/>
            <a:ext cx="274320" cy="274320"/>
          </a:xfrm>
          <a:prstGeom prst="rect">
            <a:avLst/>
          </a:prstGeom>
          <a:solidFill>
            <a:srgbClr val="E87BA4"/>
          </a:solidFill>
          <a:ln/>
        </p:spPr>
      </p:sp>
      <p:sp>
        <p:nvSpPr>
          <p:cNvPr id="13" name="Shape 10"/>
          <p:cNvSpPr/>
          <p:nvPr/>
        </p:nvSpPr>
        <p:spPr>
          <a:xfrm>
            <a:off x="8183880" y="3657600"/>
            <a:ext cx="274320" cy="27432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Type &amp; colour reference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Jost Bold — Headlines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JOST — SECTION LABELS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Nunito Sans — body text for slides, documents and diagram labels. Readable at small sizes.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Master tier (print / licensed): Futura PT + Avenir Next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852160" y="1325880"/>
            <a:ext cx="457200" cy="457200"/>
          </a:xfrm>
          <a:prstGeom prst="rect">
            <a:avLst/>
          </a:prstGeom>
          <a:solidFill>
            <a:srgbClr val="1A1A1A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417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ink  #1A1A1A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52160" y="1947672"/>
            <a:ext cx="457200" cy="457200"/>
          </a:xfrm>
          <a:prstGeom prst="rect">
            <a:avLst/>
          </a:prstGeom>
          <a:solidFill>
            <a:srgbClr val="E4572E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20391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accent  #E4572E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852160" y="2569464"/>
            <a:ext cx="457200" cy="457200"/>
          </a:xfrm>
          <a:prstGeom prst="rect">
            <a:avLst/>
          </a:prstGeom>
          <a:solidFill>
            <a:srgbClr val="C4421D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26609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accent text  #C4421D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52160" y="3191256"/>
            <a:ext cx="457200" cy="457200"/>
          </a:xfrm>
          <a:prstGeom prst="rect">
            <a:avLst/>
          </a:prstGeom>
          <a:solidFill>
            <a:srgbClr val="6B6B6B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328269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muted  #6B6B6B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52160" y="3813048"/>
            <a:ext cx="457200" cy="457200"/>
          </a:xfrm>
          <a:prstGeom prst="rect">
            <a:avLst/>
          </a:prstGeom>
          <a:solidFill>
            <a:srgbClr val="E3E3E3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46520" y="39044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line  #E3E3E3</a:t>
            </a:r>
            <a:endParaRPr lang="en-US" sz="1200" dirty="0"/>
          </a:p>
        </p:txBody>
      </p:sp>
      <p:sp>
        <p:nvSpPr>
          <p:cNvPr id="17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name@example.com · website</a:t>
            </a:r>
            <a:endParaRPr lang="en-US" sz="1800" dirty="0"/>
          </a:p>
        </p:txBody>
      </p:sp>
      <p:pic>
        <p:nvPicPr>
          <p:cNvPr id="4" name="Image 0" descr="P·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0116" y="4526280"/>
            <a:ext cx="355244" cy="274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Jo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unit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 Slides Template v0.4</dc:title>
  <dc:subject>PptxGenJS Presentation</dc:subject>
  <dc:creator>PptxGenJS</dc:creator>
  <cp:lastModifiedBy>PptxGenJS</cp:lastModifiedBy>
  <cp:revision>1</cp:revision>
  <dcterms:created xsi:type="dcterms:W3CDTF">2026-09-24T12:04:19Z</dcterms:created>
  <dcterms:modified xsi:type="dcterms:W3CDTF">2026-09-24T12:04:19Z</dcterms:modified>
</cp:coreProperties>
</file>