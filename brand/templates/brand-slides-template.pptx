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Shape 0"/>
          <p:cNvSpPr/>
          <p:nvPr/>
        </p:nvSpPr>
        <p:spPr>
          <a:xfrm>
            <a:off x="548640" y="1097280"/>
            <a:ext cx="256032" cy="256032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5" name="Text 1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v0.1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45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v0.1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Presentation title in sentence case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Subtitle — context, audience or date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SECTION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section header that frames what comes next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headline states the takeaway, not the topic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idea per slide — split if it needs a second headline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Body in Nunito Sans 16 pt, left-aligned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Accent colour for the one thing that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17373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8932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E457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920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a tinted panel — not a stripe — to set supporting information apart.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Key numbers get room to breathe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457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42%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 in Jost, accent colour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3×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Comparison or multiplier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 with a short label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Diagrams: flat shapes, thin lines, one accent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Discover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Define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Deliver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Highlight only the step you are talking about.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Type &amp; colour reference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Bold — Headlines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— SECTION LABELS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Nunito Sans — body text for slides, documents and diagram labels. Readable at small sizes.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Master tier (print / licensed): Futura PT + Avenir Next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1417320"/>
            <a:ext cx="502920" cy="502920"/>
          </a:xfrm>
          <a:prstGeom prst="rect">
            <a:avLst/>
          </a:prstGeom>
          <a:solidFill>
            <a:srgbClr val="1A1A1A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536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  #1A1A1A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0" y="2103120"/>
            <a:ext cx="502920" cy="502920"/>
          </a:xfrm>
          <a:prstGeom prst="rect">
            <a:avLst/>
          </a:prstGeom>
          <a:solidFill>
            <a:srgbClr val="E4572E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2221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accent*  #E4572E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788920"/>
            <a:ext cx="502920" cy="502920"/>
          </a:xfrm>
          <a:prstGeom prst="rect">
            <a:avLst/>
          </a:prstGeom>
          <a:solidFill>
            <a:srgbClr val="6B6B6B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2907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muted  #6B6B6B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0" y="3474720"/>
            <a:ext cx="502920" cy="502920"/>
          </a:xfrm>
          <a:prstGeom prst="rect">
            <a:avLst/>
          </a:prstGeom>
          <a:solidFill>
            <a:srgbClr val="E3E3E3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35935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line  #E3E3E3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* provisional</a:t>
            </a:r>
            <a:endParaRPr lang="en-US" sz="10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name@example.com · website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Jo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Slides Template v0.1</dc:title>
  <dc:subject>PptxGenJS Presentation</dc:subject>
  <dc:creator>PptxGenJS</dc:creator>
  <cp:lastModifiedBy>PptxGenJS</cp:lastModifiedBy>
  <cp:revision>1</cp:revision>
  <dcterms:created xsi:type="dcterms:W3CDTF">2026-09-23T04:59:59Z</dcterms:created>
  <dcterms:modified xsi:type="dcterms:W3CDTF">2026-09-23T04:59:59Z</dcterms:modified>
</cp:coreProperties>
</file>